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A58E-8B27-CCF4-8C54-B60E904A2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C27DF-D1C2-046E-FEAA-DD64EBBEC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F380-1063-D122-113E-7C4D6F65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B41C1-DA9F-5BBD-D508-93D3A980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A1299-18B1-2210-8BCD-67364C12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6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DD8E-5ED9-6304-450B-BDD200B0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F4483-5D11-61EA-9A49-7825962A4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7A472-BAEF-D930-A6D6-0B89C577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4D2A9-74DF-807B-FA08-0217D082E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B7B3E-1A56-EC8F-CECA-F0D1A802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5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2A27-FCB1-8E35-9139-A90CFF56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4C5D1-B02F-354F-6A2B-A32543EBE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9FE15-A191-3EC7-B8AD-869ABB09B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76F71-5B43-9A26-4388-6F1DDADD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F90AE-4818-B5A1-C306-9A6D6656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67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0399-8350-4951-4D89-8D54D2BD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04EC6-2D01-E832-8D8B-3A83351D2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D1575-5372-4B3C-1816-5A4C8EF2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159D1-8AC8-C91F-B7FF-DEBD12F8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B148-EFB1-209D-8E9A-8DA6ABC5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233AB-324E-5615-1C21-27ACADD1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2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1EE0-763F-A89A-0967-C39872EF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23A2D-33F1-F9C0-D8E3-283FF6FA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E5112-47EF-EFAC-F6A3-9888B6234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841C0-9930-FC18-15EB-93D3585F7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CF6169-E463-05E3-F677-4EDF00161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40824-E22F-5109-E7F7-BDB1EAC4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6AB57-A382-60FC-B767-A1AACABF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DB557-2020-3727-9171-3C98B3B1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5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D604-1855-9340-3333-D4D5E5C9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AAD40-4C6A-D5F9-F328-9AE8DC66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E5206-7A22-2784-928F-E9FDDB54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9F50A-C3CD-0E7E-418F-1894FF17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8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5BF62-D435-258C-9C0A-91463F41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5B5FD-966E-6E85-EEB2-E8D83699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8B02C-5137-3389-0BA6-2D310D2C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3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9453-7270-EDCB-F904-85C150AD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D77B-F203-39E5-337C-FFC8727F4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818B0-103F-BA6E-F1B0-C2105AA0C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0245-89B9-277A-D9EA-6D1F15C4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43F3F-081E-52BA-BC75-8FAA1AFE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5898B-77F8-D625-C482-826CF1D6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4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0A44-8A77-1DF3-C374-1DF47595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8CD06-86A2-D5FD-FB25-B844CD98E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D8627-84F5-89CC-1092-F243A77C4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6FEA8-0EA4-CDC1-BFCD-4D9C6E0F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6965B-FF24-3A77-1849-939F313A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51CCA-7BB7-10EA-6AEF-90591328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9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88A6-7B88-B011-086F-5165AC48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004EE-0222-735C-0AE7-1C59FF8A1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01261-C3C2-0D0C-F8DB-3FA31307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C68F-6B21-9709-DFDF-137CFD23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BD15B-E218-44E6-B3E5-43F2565E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8980A-F226-5C54-55D4-7BE1B5B1CE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F6C9E-77C3-AA5B-0DC3-3FE47893D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853C-3DF8-FDC7-467A-12383E7C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082F6-C31A-650D-0A6B-DFE7DA93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BBBF6-F02F-1644-213A-636B3591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3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E2F11-9A44-52D2-9EA3-D201CB1D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12666-380E-18EC-9777-FC765B7D2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CB6A8-41B6-66FD-EB0A-2D7150632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2620E-29BD-4277-88A0-1C44A0EE9E0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F7E07-B21A-368B-82B5-3D78858B9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BE8C7-9016-9235-C9D7-287CA7D20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C14B0-A15C-406B-A4B4-EB87F39D3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5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F0608D-F5C4-3279-0D1B-90FAA8208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70"/>
            <a:ext cx="12192000" cy="60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8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DC54-3C88-84AC-1C20-89358339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0AED2-F5A4-774A-7182-0D07C7244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749"/>
            <a:ext cx="12192000" cy="60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5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A7A1-E3EF-2A6E-93E5-4B37398B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F4881-24A8-BA7F-9B8B-1E43E7B70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549"/>
            <a:ext cx="12192000" cy="610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6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CC52-3EF7-6561-B585-EDE62F76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235A3-6AC1-F935-66F6-C16CAA04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143"/>
            <a:ext cx="12192000" cy="610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1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A6CA5-3BC3-D7C6-632E-006113E96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A66A8-7C40-7B46-EE9B-3CB9D59F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016"/>
            <a:ext cx="12192000" cy="629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7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3B09-74B6-7A88-940F-B875ABA7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42CA6-7803-D133-2DA9-6489113E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444"/>
            <a:ext cx="12192000" cy="608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4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B82E-46E7-45B6-C132-738FEB4D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996C64-E054-5760-3556-125A2204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336"/>
            <a:ext cx="12192000" cy="61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7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boonchot boriwut</dc:creator>
  <cp:lastModifiedBy>boonchot boriwut</cp:lastModifiedBy>
  <cp:revision>1</cp:revision>
  <dcterms:created xsi:type="dcterms:W3CDTF">2026-07-28T06:53:19Z</dcterms:created>
  <dcterms:modified xsi:type="dcterms:W3CDTF">2026-07-28T07:21:58Z</dcterms:modified>
</cp:coreProperties>
</file>